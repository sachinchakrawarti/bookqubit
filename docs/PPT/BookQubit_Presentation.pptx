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BookQubit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quantum leap into the world of books, knowledge, and AI-powered reading.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BookQubit?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BookQubit is a modern digital reading ecosystem offering:</a:t>
            </a:r>
          </a:p>
          <a:p>
            <a:r>
              <a:t>- Books &amp; Audiobooks</a:t>
            </a:r>
          </a:p>
          <a:p>
            <a:r>
              <a:t>- AI Summaries</a:t>
            </a:r>
          </a:p>
          <a:p>
            <a:r>
              <a:t>- Knowledge Discovery</a:t>
            </a:r>
          </a:p>
          <a:p>
            <a:r>
              <a:t>- Multi-platform access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Smart Book Discovery</a:t>
            </a:r>
          </a:p>
          <a:p>
            <a:r>
              <a:t>- AI Book Summaries</a:t>
            </a:r>
          </a:p>
          <a:p>
            <a:r>
              <a:t>- Audiobooks &amp; Reading Lists</a:t>
            </a:r>
          </a:p>
          <a:p>
            <a:r>
              <a:t>- Author &amp; Genre Exploration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Web Application</a:t>
            </a:r>
          </a:p>
          <a:p>
            <a:r>
              <a:t>- Android App</a:t>
            </a:r>
          </a:p>
          <a:p>
            <a:r>
              <a:t>- iOS App</a:t>
            </a:r>
          </a:p>
          <a:p>
            <a:r>
              <a:t>- Windows Desktop App</a:t>
            </a:r>
          </a:p>
          <a:p>
            <a:r>
              <a:t>- Future Linux &amp; macOS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Students &amp; Researchers</a:t>
            </a:r>
          </a:p>
          <a:p>
            <a:r>
              <a:t>- Readers &amp; Thinkers</a:t>
            </a:r>
          </a:p>
          <a:p>
            <a:r>
              <a:t>- Philosophy &amp; Literature lovers</a:t>
            </a:r>
          </a:p>
          <a:p>
            <a:r>
              <a:t>- Knowledge Seekers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BookQubit?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Clean UI</a:t>
            </a:r>
          </a:p>
          <a:p>
            <a:r>
              <a:t>- AI-powered insights</a:t>
            </a:r>
          </a:p>
          <a:p>
            <a:r>
              <a:t>- Cross-platform ecosystem</a:t>
            </a:r>
          </a:p>
          <a:p>
            <a:r>
              <a:t>- Curated intellectual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become the world's most thoughtful and intelligent reading platform.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BookQubit</a:t>
            </a:r>
          </a:p>
          <a:p>
            <a:r>
              <a:t>Read. Think. Evolve.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